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6" r:id="rId3"/>
    <p:sldId id="386" r:id="rId4"/>
    <p:sldId id="373" r:id="rId5"/>
    <p:sldId id="395" r:id="rId6"/>
    <p:sldId id="374" r:id="rId7"/>
    <p:sldId id="375" r:id="rId8"/>
    <p:sldId id="396" r:id="rId9"/>
    <p:sldId id="397" r:id="rId10"/>
    <p:sldId id="387" r:id="rId11"/>
    <p:sldId id="388" r:id="rId12"/>
    <p:sldId id="398" r:id="rId13"/>
    <p:sldId id="399" r:id="rId14"/>
    <p:sldId id="389" r:id="rId15"/>
    <p:sldId id="400" r:id="rId16"/>
    <p:sldId id="401" r:id="rId17"/>
    <p:sldId id="404" r:id="rId18"/>
    <p:sldId id="402" r:id="rId19"/>
    <p:sldId id="405" r:id="rId20"/>
    <p:sldId id="407" r:id="rId21"/>
    <p:sldId id="406" r:id="rId22"/>
    <p:sldId id="3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4" d="100"/>
        <a:sy n="114" d="100"/>
      </p:scale>
      <p:origin x="0" y="-168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18A6-CE19-4816-ADA9-6AE0528E5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2C8A1-F0E3-C249-D384-6C56724E9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2B9F2-9A7F-C4D0-2F21-EA59B200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3C441-7CA6-1676-B5CA-01465635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DADCB-ACD9-300E-E0CD-5CEF652E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25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7361-17C3-B3A3-BD7F-08703E68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A60B2-6862-2E03-C325-3F778BAD4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265F8-758A-B66A-A563-C27B2F16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B881B-6C60-E2B9-472D-D2DE30FA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6E148-F79E-C357-3485-443BD9CE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03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D47B-60FD-AEBA-8196-5BA4BD258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6827E-E948-61F5-8155-FA59DD6E7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EDDF8-653A-6C74-1D36-7105F1847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0078-DA27-9A4D-82BB-72369FEB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541B-D68F-7D54-16B8-B63AB2C1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29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CAC6-67A3-8745-283D-CBD07BCB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C3FD6-9236-CB6D-D606-2148DBEE9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95514-87FF-5C22-C120-9D4644B25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ABF1F-D45C-2068-9183-578FA31D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76A87-0E5B-495C-C1FF-5CC1285F7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700DF-9F04-78B9-1A0A-B81405AA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8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0B32A-FD6A-5B8E-D545-812BD250E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1CF78-3678-6C15-B57F-25D5B6B25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B786D-FAC6-8397-F7B6-DE4A87199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166CD4-FFD9-D99E-A3D6-87C532A29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061920-EEAF-12BA-D0C5-CC924E684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64950-E7A4-5B88-745E-7F48668A8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5D9B5-C4F0-FAD3-5D03-88ED7F82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422774-5D30-CA59-4123-82A6CD10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18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8AAF-1C70-7B24-29A9-2D3102D1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A78677-E537-0340-596A-E9B2238DF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FD51A-BD7B-1B36-E898-A071D928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75E3B-1656-D029-3B72-FDDFA032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33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E438-F638-79E1-39F8-45C43AB1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A90BA-031B-ABCA-3A4A-292AAD03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3822E-07CE-F0E6-9BDD-13184A4C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51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1419-9D82-B308-43C9-2FC5AF1F0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BBD50-1C6F-95CE-733E-217E6C670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45439-E663-000B-0E72-6E7A5E4D2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5C901-7CF6-737C-8F5F-983E8F0A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53D64-BACA-2529-CAA3-112A9ACA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FD0D2-140E-C8D9-8253-BEC987F2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93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0222-828A-2214-077B-C2A738E3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D8694-5960-FD88-F5E5-829520A9F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2E319-8457-3697-3F9B-BBBF93B9F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1BE7B-9E77-DA7A-4030-DD6BD9B4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E5261-39DB-820C-4F80-5E2C370EA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6CEDA-4820-AC07-D585-5C7721D8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5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DD74-04F1-2879-5970-1F10AACA6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35D48-6DB6-EB6D-6BCB-EE3BECB2D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2F268-3BD9-71DB-83E1-2982982B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36983-7B6F-9B86-98F7-7F51238C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3F427-BFCF-DA2C-CF48-4D5D3F70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98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FB9B61-BDDA-6287-C160-59481AC1B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F8599-5D88-E9AB-3A09-C10DC16E8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AE6A8-0E01-40E8-968E-3CA8B11F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AE87F-ED04-449C-C2A2-3F71C5AD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318DC-9709-27C1-CFDB-47F6A1D7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09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CD5A9-6E1E-30F1-92B8-03309B350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FF5CA-0BD4-3679-9691-4181816F2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D1462-8C42-2ABF-1DFB-7293287F8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03AB5-46F3-4D99-A276-653FAF319DB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9E307-8AB9-CA42-BBDD-28D4FFAA4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2FDA6-6F74-2C42-FB9F-BA4EDB155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3C68A-BFD6-4CBD-8851-80EC7154A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25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oho.com/salesiq/features.html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ratlane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milojewels.com/collections/pendant-solitare" TargetMode="External"/><Relationship Id="rId3" Type="http://schemas.openxmlformats.org/officeDocument/2006/relationships/hyperlink" Target="https://milojewels.com/collections/earrings" TargetMode="External"/><Relationship Id="rId7" Type="http://schemas.openxmlformats.org/officeDocument/2006/relationships/hyperlink" Target="https://milojewels.com/collections/pendant-mangalsutra" TargetMode="External"/><Relationship Id="rId2" Type="http://schemas.openxmlformats.org/officeDocument/2006/relationships/hyperlink" Target="https://milojewels.com/collections/ring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ilojewels.com/" TargetMode="External"/><Relationship Id="rId5" Type="http://schemas.openxmlformats.org/officeDocument/2006/relationships/hyperlink" Target="https://milojewels.com/collections/best-sellers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s://milojewels.com/collections/necklaces" TargetMode="External"/><Relationship Id="rId9" Type="http://schemas.openxmlformats.org/officeDocument/2006/relationships/hyperlink" Target="https://milojewels.com/collections/bracelet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ilojewels.com/collections/gifti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ilojewels.com/pages/video-consultation" TargetMode="External"/><Relationship Id="rId2" Type="http://schemas.openxmlformats.org/officeDocument/2006/relationships/hyperlink" Target="https://milojewels.com/pages/store-location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ilojewels.com/pages/return-exchange" TargetMode="External"/><Relationship Id="rId2" Type="http://schemas.openxmlformats.org/officeDocument/2006/relationships/hyperlink" Target="https://milojewels.com/pages/shipping-policy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ilojewels.com/pages/return-refund-policy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9FD8-0204-AA4A-5FAC-18A8A81D9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93379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ZOHO ONE </a:t>
            </a:r>
            <a:br>
              <a:rPr lang="en-US" sz="5400" dirty="0"/>
            </a:br>
            <a:r>
              <a:rPr lang="en-US" sz="5400" dirty="0"/>
              <a:t>IMPLEMENT</a:t>
            </a:r>
            <a:endParaRPr lang="en-IN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EA741-B2F5-9FC2-9B4B-9ED20B6D6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40" b="18901"/>
          <a:stretch>
            <a:fillRect/>
          </a:stretch>
        </p:blipFill>
        <p:spPr>
          <a:xfrm>
            <a:off x="4557268" y="1837655"/>
            <a:ext cx="2859278" cy="111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1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B278B-70F9-C120-5BF6-97FC4389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871C4A8-CFA9-D5FD-96A6-95DC1A34E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1429" y="2281428"/>
            <a:ext cx="3910693" cy="12314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F9C5D9-A654-3BB4-68FC-E06272E8EEAD}"/>
              </a:ext>
            </a:extLst>
          </p:cNvPr>
          <p:cNvSpPr txBox="1"/>
          <p:nvPr/>
        </p:nvSpPr>
        <p:spPr>
          <a:xfrm>
            <a:off x="3767235" y="3888146"/>
            <a:ext cx="4807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https://www.zoho.com/salesiq/features.html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32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10488-083E-DC4B-16AD-C1EC35BF4363}"/>
              </a:ext>
            </a:extLst>
          </p:cNvPr>
          <p:cNvSpPr txBox="1"/>
          <p:nvPr/>
        </p:nvSpPr>
        <p:spPr>
          <a:xfrm>
            <a:off x="3568700" y="3429000"/>
            <a:ext cx="534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ZOHO LIVE CHATS , POPUPS … 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00880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C5D8E-ADB5-C834-A11F-96DB109D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ACBD14-5D6F-C7C6-54A6-ABB583DF4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66" y="1358900"/>
            <a:ext cx="6180034" cy="32013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16E153-6D3D-FC00-0A48-A2E4767E77BD}"/>
              </a:ext>
            </a:extLst>
          </p:cNvPr>
          <p:cNvSpPr txBox="1"/>
          <p:nvPr/>
        </p:nvSpPr>
        <p:spPr>
          <a:xfrm>
            <a:off x="1270000" y="704334"/>
            <a:ext cx="3670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https://www.caratlane.com/</a:t>
            </a: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1991A3-C36D-C1A1-00FC-10A1E987D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846" y="3560641"/>
            <a:ext cx="1486107" cy="17433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FEF1B00-A61B-A38E-F443-0D9130AD4953}"/>
              </a:ext>
            </a:extLst>
          </p:cNvPr>
          <p:cNvSpPr/>
          <p:nvPr/>
        </p:nvSpPr>
        <p:spPr>
          <a:xfrm>
            <a:off x="6096000" y="3937000"/>
            <a:ext cx="673100" cy="623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54DA61-D04A-D130-1CBD-8D677202F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9709" y="912321"/>
            <a:ext cx="2381582" cy="439163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10D58B-ADFF-9DBD-4D23-A12F21DEB454}"/>
              </a:ext>
            </a:extLst>
          </p:cNvPr>
          <p:cNvCxnSpPr/>
          <p:nvPr/>
        </p:nvCxnSpPr>
        <p:spPr>
          <a:xfrm>
            <a:off x="8039100" y="4038600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350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22BBD-46BA-25D0-5FA3-D5C32D95D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58" y="875974"/>
            <a:ext cx="3013895" cy="48104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59658F-9F69-3523-AD1C-BE77F833244B}"/>
              </a:ext>
            </a:extLst>
          </p:cNvPr>
          <p:cNvSpPr txBox="1"/>
          <p:nvPr/>
        </p:nvSpPr>
        <p:spPr>
          <a:xfrm>
            <a:off x="6219825" y="2487944"/>
            <a:ext cx="29146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" marR="95250" indent="0" algn="l" fontAlgn="ctr">
              <a:lnSpc>
                <a:spcPct val="100000"/>
              </a:lnSpc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Talk to our Experts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Live Video Call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Chat With Us 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Book Try At Home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Chat on WhatsApp</a:t>
            </a:r>
            <a:endParaRPr lang="en-IN" b="1" i="0" dirty="0">
              <a:solidFill>
                <a:srgbClr val="47A545"/>
              </a:solidFill>
              <a:effectLst/>
              <a:latin typeface="InterSemiBold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638048-93C8-E5BC-96B8-215FD71F925C}"/>
              </a:ext>
            </a:extLst>
          </p:cNvPr>
          <p:cNvSpPr/>
          <p:nvPr/>
        </p:nvSpPr>
        <p:spPr>
          <a:xfrm>
            <a:off x="1847850" y="2743200"/>
            <a:ext cx="3013895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726736-A6A9-986C-10B9-221B8406E3A2}"/>
              </a:ext>
            </a:extLst>
          </p:cNvPr>
          <p:cNvCxnSpPr>
            <a:endCxn id="7" idx="1"/>
          </p:cNvCxnSpPr>
          <p:nvPr/>
        </p:nvCxnSpPr>
        <p:spPr>
          <a:xfrm>
            <a:off x="4962525" y="3152775"/>
            <a:ext cx="1257300" cy="73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88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C482-481C-4E40-EC8B-6E0FA336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F0EC5-E7E3-2A30-3E20-B7031D07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031" y="988521"/>
            <a:ext cx="2554614" cy="1722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37C15B-2C8C-ED3E-620E-506F6CE0D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09" y="988521"/>
            <a:ext cx="2381582" cy="4391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9C217B-3FC8-060E-8D34-DEA76B20C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096" y="988521"/>
            <a:ext cx="2554614" cy="29498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C158DA-26E8-D5D7-5DF1-CF778BBDE333}"/>
              </a:ext>
            </a:extLst>
          </p:cNvPr>
          <p:cNvSpPr txBox="1"/>
          <p:nvPr/>
        </p:nvSpPr>
        <p:spPr>
          <a:xfrm>
            <a:off x="6517014" y="4097708"/>
            <a:ext cx="176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Live Video Call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7B7C3D-D2C1-DBE3-24C2-3144C658564C}"/>
              </a:ext>
            </a:extLst>
          </p:cNvPr>
          <p:cNvSpPr txBox="1"/>
          <p:nvPr/>
        </p:nvSpPr>
        <p:spPr>
          <a:xfrm>
            <a:off x="3581393" y="2967408"/>
            <a:ext cx="228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Talk To Our Experts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76C7E-7ABD-33BF-7CF4-33DEA3311ECC}"/>
              </a:ext>
            </a:extLst>
          </p:cNvPr>
          <p:cNvSpPr txBox="1"/>
          <p:nvPr/>
        </p:nvSpPr>
        <p:spPr>
          <a:xfrm>
            <a:off x="9229393" y="5938443"/>
            <a:ext cx="224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Chat with us now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C1F13-B08A-3C41-BE8A-121B823AE0E0}"/>
              </a:ext>
            </a:extLst>
          </p:cNvPr>
          <p:cNvSpPr/>
          <p:nvPr/>
        </p:nvSpPr>
        <p:spPr>
          <a:xfrm>
            <a:off x="1133475" y="2967408"/>
            <a:ext cx="1524000" cy="2710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Chat with us Now 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BB5CF-F4B6-C014-4EC4-7AD4536B6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318" y="993363"/>
            <a:ext cx="2381582" cy="44902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FE7FE6-AAC4-4819-A1ED-B3A162DE41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941418"/>
            <a:ext cx="295275" cy="32603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4E0BF56-2FA6-133A-57C4-92CA44E61BE6}"/>
              </a:ext>
            </a:extLst>
          </p:cNvPr>
          <p:cNvSpPr/>
          <p:nvPr/>
        </p:nvSpPr>
        <p:spPr>
          <a:xfrm>
            <a:off x="9224628" y="2396349"/>
            <a:ext cx="1829132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Milo Jewels</a:t>
            </a:r>
          </a:p>
          <a:p>
            <a:r>
              <a:rPr lang="en-US" sz="1100" dirty="0"/>
              <a:t>Welcome to Milo Jewels!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608294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7350-4FAA-2694-4BBF-14F25B773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5A3228-47D1-514A-31B7-9C1F5C20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46" y="546100"/>
            <a:ext cx="3756571" cy="4787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616B5B-0A99-F5AD-84B3-ABBE8740A921}"/>
              </a:ext>
            </a:extLst>
          </p:cNvPr>
          <p:cNvSpPr txBox="1"/>
          <p:nvPr/>
        </p:nvSpPr>
        <p:spPr>
          <a:xfrm>
            <a:off x="1496717" y="5708134"/>
            <a:ext cx="2656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Back Try at Home</a:t>
            </a:r>
            <a:endParaRPr lang="en-IN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E08669-5CD5-163D-0D6A-53ABEE10E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372" y="756949"/>
            <a:ext cx="5963482" cy="41249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5C6B02-3070-D2AF-85F8-DBAA4B3DBFCA}"/>
              </a:ext>
            </a:extLst>
          </p:cNvPr>
          <p:cNvSpPr txBox="1"/>
          <p:nvPr/>
        </p:nvSpPr>
        <p:spPr>
          <a:xfrm>
            <a:off x="7630817" y="5561568"/>
            <a:ext cx="2656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Chat On WhatsApp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16512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AFABAD-88B5-4E10-1406-A775D2C88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60" y="303893"/>
            <a:ext cx="3040843" cy="5918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468019-8283-5027-D948-CD62812FF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034" y="1952171"/>
            <a:ext cx="2372831" cy="4269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BC418F-37B1-CCAA-36B7-B75F54872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527" y="1933121"/>
            <a:ext cx="2510022" cy="42699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84E43A-4973-BD0E-0D32-C08E68A662EB}"/>
              </a:ext>
            </a:extLst>
          </p:cNvPr>
          <p:cNvSpPr txBox="1"/>
          <p:nvPr/>
        </p:nvSpPr>
        <p:spPr>
          <a:xfrm>
            <a:off x="4421300" y="1409473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Chat with us now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63853-ACBB-5AE7-7D5B-F0E7F53725B3}"/>
              </a:ext>
            </a:extLst>
          </p:cNvPr>
          <p:cNvSpPr txBox="1"/>
          <p:nvPr/>
        </p:nvSpPr>
        <p:spPr>
          <a:xfrm>
            <a:off x="7597412" y="1418771"/>
            <a:ext cx="151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us now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E5FE32-8A4F-827C-159F-72004184F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9780" y="1952171"/>
            <a:ext cx="2080250" cy="4051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3A516D-F826-857F-EA98-D1A0387C7509}"/>
              </a:ext>
            </a:extLst>
          </p:cNvPr>
          <p:cNvSpPr txBox="1"/>
          <p:nvPr/>
        </p:nvSpPr>
        <p:spPr>
          <a:xfrm>
            <a:off x="9919780" y="1431760"/>
            <a:ext cx="1518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FAQs</a:t>
            </a:r>
            <a:endParaRPr lang="en-IN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45F9B1-D07A-638D-CF80-41C612F99947}"/>
              </a:ext>
            </a:extLst>
          </p:cNvPr>
          <p:cNvSpPr/>
          <p:nvPr/>
        </p:nvSpPr>
        <p:spPr>
          <a:xfrm>
            <a:off x="1199295" y="2224899"/>
            <a:ext cx="2163029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Milo Jewels</a:t>
            </a:r>
          </a:p>
          <a:p>
            <a:r>
              <a:rPr lang="en-US" sz="1100" dirty="0"/>
              <a:t>Welcome to Milo Jewels!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54402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CF74D-62E0-C669-CCB9-EAD6178B91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304" b="20019"/>
          <a:stretch>
            <a:fillRect/>
          </a:stretch>
        </p:blipFill>
        <p:spPr>
          <a:xfrm>
            <a:off x="4033598" y="2428874"/>
            <a:ext cx="4272201" cy="166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94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C8B589-0F5A-61F2-72A8-11187577E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74" y="0"/>
            <a:ext cx="3419952" cy="6449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47E8D5-285F-DE75-A894-8D65077BE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518" y="404868"/>
            <a:ext cx="3315163" cy="5639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9A3542-1FD1-0F4F-FD78-4402887A6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307" y="404868"/>
            <a:ext cx="3151266" cy="56395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CEC6A0-127B-2390-6A1A-4E275C6EAC05}"/>
              </a:ext>
            </a:extLst>
          </p:cNvPr>
          <p:cNvSpPr txBox="1"/>
          <p:nvPr/>
        </p:nvSpPr>
        <p:spPr>
          <a:xfrm>
            <a:off x="4766801" y="1243399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Milo jewels sales Assistant</a:t>
            </a:r>
          </a:p>
          <a:p>
            <a:r>
              <a:rPr lang="en-US" sz="800" dirty="0"/>
              <a:t>To help user through smooth chat support journey</a:t>
            </a:r>
            <a:endParaRPr lang="en-IN" sz="8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03C637-9D07-9915-ABAC-06A6FFAEA88E}"/>
              </a:ext>
            </a:extLst>
          </p:cNvPr>
          <p:cNvCxnSpPr/>
          <p:nvPr/>
        </p:nvCxnSpPr>
        <p:spPr>
          <a:xfrm>
            <a:off x="5581650" y="942975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B630E3B-D439-3DE6-F01A-FA61E947826A}"/>
              </a:ext>
            </a:extLst>
          </p:cNvPr>
          <p:cNvSpPr/>
          <p:nvPr/>
        </p:nvSpPr>
        <p:spPr>
          <a:xfrm>
            <a:off x="4766801" y="1171575"/>
            <a:ext cx="2357896" cy="538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C00970-F579-FC02-5696-73132C39FAD4}"/>
              </a:ext>
            </a:extLst>
          </p:cNvPr>
          <p:cNvSpPr txBox="1"/>
          <p:nvPr/>
        </p:nvSpPr>
        <p:spPr>
          <a:xfrm>
            <a:off x="4286250" y="6273055"/>
            <a:ext cx="644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*Note : Replace Brand name Lucira Jewelry – Milo Jewels.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495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B567A-1907-80C8-F559-69A58D92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06" y="456780"/>
            <a:ext cx="3296110" cy="5963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0C2583-B18B-D71F-5E8C-F96D73042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776" y="475838"/>
            <a:ext cx="3381847" cy="5906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0FF23D-F942-D38B-BA15-31A13FB6B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208" y="2990789"/>
            <a:ext cx="2743583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79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B6C6AB-0FEF-139B-9A21-891963285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472" y="394864"/>
            <a:ext cx="3353268" cy="6068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646E53-3FA4-6160-7F52-4E8EDF410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775" y="3629656"/>
            <a:ext cx="666843" cy="438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8E7EE-6893-5270-9CD4-24A71311B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54" y="1259960"/>
            <a:ext cx="2743583" cy="876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B36109-7D38-925D-2419-C92947410D24}"/>
              </a:ext>
            </a:extLst>
          </p:cNvPr>
          <p:cNvSpPr txBox="1"/>
          <p:nvPr/>
        </p:nvSpPr>
        <p:spPr>
          <a:xfrm>
            <a:off x="8486775" y="2181720"/>
            <a:ext cx="27146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Rings</a:t>
            </a:r>
          </a:p>
          <a:p>
            <a:r>
              <a:rPr lang="en-US" dirty="0"/>
              <a:t>Earrings</a:t>
            </a:r>
          </a:p>
          <a:p>
            <a:r>
              <a:rPr lang="en-IN" dirty="0"/>
              <a:t>Necklaces &amp; Pendants</a:t>
            </a:r>
          </a:p>
          <a:p>
            <a:r>
              <a:rPr lang="en-IN" dirty="0"/>
              <a:t>Bracelets &amp; Bangles</a:t>
            </a:r>
          </a:p>
          <a:p>
            <a:r>
              <a:rPr lang="en-IN" dirty="0"/>
              <a:t>Solitaire</a:t>
            </a:r>
          </a:p>
          <a:p>
            <a:r>
              <a:rPr lang="en-IN" dirty="0"/>
              <a:t>Mangalsutra</a:t>
            </a:r>
          </a:p>
          <a:p>
            <a:r>
              <a:rPr lang="en-IN" dirty="0"/>
              <a:t>Collection</a:t>
            </a:r>
          </a:p>
          <a:p>
            <a:r>
              <a:rPr lang="en-IN" dirty="0"/>
              <a:t>Shop All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8AA6E8-9A60-39FD-E559-21D56521C950}"/>
              </a:ext>
            </a:extLst>
          </p:cNvPr>
          <p:cNvCxnSpPr/>
          <p:nvPr/>
        </p:nvCxnSpPr>
        <p:spPr>
          <a:xfrm>
            <a:off x="7019925" y="2990850"/>
            <a:ext cx="1247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034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CB6094-6BF5-0659-71F4-AA184D09B08A}"/>
              </a:ext>
            </a:extLst>
          </p:cNvPr>
          <p:cNvSpPr txBox="1"/>
          <p:nvPr/>
        </p:nvSpPr>
        <p:spPr>
          <a:xfrm>
            <a:off x="5867400" y="2071390"/>
            <a:ext cx="441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hlinkClick r:id="rId2"/>
              </a:rPr>
              <a:t>https://milojewels.com/collections/rings</a:t>
            </a:r>
            <a:endParaRPr lang="en-IN" sz="1400"/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53BCF-0884-E9DE-20C8-DEFBCFF9686D}"/>
              </a:ext>
            </a:extLst>
          </p:cNvPr>
          <p:cNvSpPr txBox="1"/>
          <p:nvPr/>
        </p:nvSpPr>
        <p:spPr>
          <a:xfrm>
            <a:off x="1524000" y="2071390"/>
            <a:ext cx="27146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Rings</a:t>
            </a:r>
          </a:p>
          <a:p>
            <a:r>
              <a:rPr lang="en-US" dirty="0"/>
              <a:t>Earrings</a:t>
            </a:r>
          </a:p>
          <a:p>
            <a:r>
              <a:rPr lang="en-IN" dirty="0"/>
              <a:t>Necklaces &amp; Pendants</a:t>
            </a:r>
          </a:p>
          <a:p>
            <a:r>
              <a:rPr lang="en-IN" dirty="0"/>
              <a:t>Bracelets &amp; Bangles</a:t>
            </a:r>
          </a:p>
          <a:p>
            <a:r>
              <a:rPr lang="en-IN" dirty="0"/>
              <a:t>Solitaire</a:t>
            </a:r>
          </a:p>
          <a:p>
            <a:r>
              <a:rPr lang="en-IN" dirty="0"/>
              <a:t>Mangalsutra</a:t>
            </a:r>
          </a:p>
          <a:p>
            <a:r>
              <a:rPr lang="en-IN" dirty="0"/>
              <a:t>Best Seller</a:t>
            </a:r>
          </a:p>
          <a:p>
            <a:r>
              <a:rPr lang="en-IN" dirty="0"/>
              <a:t>Shop All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9D6059-49DD-8F64-229C-21AE3445D400}"/>
              </a:ext>
            </a:extLst>
          </p:cNvPr>
          <p:cNvSpPr txBox="1"/>
          <p:nvPr/>
        </p:nvSpPr>
        <p:spPr>
          <a:xfrm>
            <a:off x="5867400" y="2327880"/>
            <a:ext cx="4781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3"/>
              </a:rPr>
              <a:t>https://milojewels.com/collections/earrings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C7ED8B-7485-31BF-E3BB-8756758A65E4}"/>
              </a:ext>
            </a:extLst>
          </p:cNvPr>
          <p:cNvSpPr txBox="1"/>
          <p:nvPr/>
        </p:nvSpPr>
        <p:spPr>
          <a:xfrm>
            <a:off x="5867400" y="2593895"/>
            <a:ext cx="488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4"/>
              </a:rPr>
              <a:t>https://milojewels.com/collections/necklaces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8CC11-95A2-DAC5-958A-E2F36766C4D9}"/>
              </a:ext>
            </a:extLst>
          </p:cNvPr>
          <p:cNvSpPr txBox="1"/>
          <p:nvPr/>
        </p:nvSpPr>
        <p:spPr>
          <a:xfrm>
            <a:off x="5867400" y="3783925"/>
            <a:ext cx="488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5"/>
              </a:rPr>
              <a:t>https://milojewels.com/collections/best-sellers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1B6AEA-DD03-3A6A-37F3-346D42B78D35}"/>
              </a:ext>
            </a:extLst>
          </p:cNvPr>
          <p:cNvSpPr txBox="1"/>
          <p:nvPr/>
        </p:nvSpPr>
        <p:spPr>
          <a:xfrm>
            <a:off x="5867400" y="4029075"/>
            <a:ext cx="2952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6"/>
              </a:rPr>
              <a:t>https://milojewels.com/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67AF1-1288-622D-6940-2D915F73C031}"/>
              </a:ext>
            </a:extLst>
          </p:cNvPr>
          <p:cNvSpPr txBox="1"/>
          <p:nvPr/>
        </p:nvSpPr>
        <p:spPr>
          <a:xfrm>
            <a:off x="5867400" y="3517910"/>
            <a:ext cx="6048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7"/>
              </a:rPr>
              <a:t>https://milojewels.com/collections/pendant-mangalsutra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020BFC-5D14-4F2B-535E-7AFEADE29698}"/>
              </a:ext>
            </a:extLst>
          </p:cNvPr>
          <p:cNvSpPr txBox="1"/>
          <p:nvPr/>
        </p:nvSpPr>
        <p:spPr>
          <a:xfrm>
            <a:off x="5867400" y="3240940"/>
            <a:ext cx="6205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8"/>
              </a:rPr>
              <a:t>https://milojewels.com/collections/pendant-solitare</a:t>
            </a:r>
            <a:endParaRPr lang="en-IN" sz="1400" dirty="0"/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47BA3-9EAA-F142-C366-01F785CB3130}"/>
              </a:ext>
            </a:extLst>
          </p:cNvPr>
          <p:cNvSpPr txBox="1"/>
          <p:nvPr/>
        </p:nvSpPr>
        <p:spPr>
          <a:xfrm>
            <a:off x="5867400" y="2910778"/>
            <a:ext cx="62817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9"/>
              </a:rPr>
              <a:t>https://milojewels.com/collections/bracelets</a:t>
            </a:r>
            <a:endParaRPr lang="en-IN" sz="1400" dirty="0"/>
          </a:p>
          <a:p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784DD6-F98A-2430-4BD5-2DA4EC127C17}"/>
              </a:ext>
            </a:extLst>
          </p:cNvPr>
          <p:cNvCxnSpPr/>
          <p:nvPr/>
        </p:nvCxnSpPr>
        <p:spPr>
          <a:xfrm>
            <a:off x="4238625" y="3009900"/>
            <a:ext cx="1266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F35E39F2-7935-E56E-037D-BBAA02AF50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1975" y="4786517"/>
            <a:ext cx="3543300" cy="192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20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B3E6-7CC0-57E5-24CE-B9E28CC4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46EDB9-62CF-547A-77A9-9B84C3BD1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54" y="1259960"/>
            <a:ext cx="2743583" cy="876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D442A5-2307-E1E0-8C40-31A2AC5BA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71" y="3609946"/>
            <a:ext cx="704948" cy="41915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290502-256E-354B-2E66-D950BB72D50C}"/>
              </a:ext>
            </a:extLst>
          </p:cNvPr>
          <p:cNvCxnSpPr/>
          <p:nvPr/>
        </p:nvCxnSpPr>
        <p:spPr>
          <a:xfrm>
            <a:off x="2362245" y="2305050"/>
            <a:ext cx="0" cy="1123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077F9B-9D11-DB45-7FAE-4996A006A34C}"/>
              </a:ext>
            </a:extLst>
          </p:cNvPr>
          <p:cNvCxnSpPr/>
          <p:nvPr/>
        </p:nvCxnSpPr>
        <p:spPr>
          <a:xfrm>
            <a:off x="2933700" y="3819525"/>
            <a:ext cx="1085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80CC2A-F161-5DB7-AEB3-289E7E060ED0}"/>
              </a:ext>
            </a:extLst>
          </p:cNvPr>
          <p:cNvSpPr txBox="1"/>
          <p:nvPr/>
        </p:nvSpPr>
        <p:spPr>
          <a:xfrm>
            <a:off x="4905375" y="3695700"/>
            <a:ext cx="3534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4"/>
              </a:rPr>
              <a:t>https://milojewels.com/collections/gifting</a:t>
            </a:r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37994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0B304-6F8E-9908-E8CC-AFD735DD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7E968D-3C61-8EEA-5D18-93958D3C5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54" y="1259960"/>
            <a:ext cx="2743583" cy="87642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938902-CA2E-1739-3ED8-BE12AD7AA723}"/>
              </a:ext>
            </a:extLst>
          </p:cNvPr>
          <p:cNvCxnSpPr/>
          <p:nvPr/>
        </p:nvCxnSpPr>
        <p:spPr>
          <a:xfrm>
            <a:off x="2362245" y="2305050"/>
            <a:ext cx="0" cy="1123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9BDF4C-AD81-BF06-AC30-C255E44CD9C0}"/>
              </a:ext>
            </a:extLst>
          </p:cNvPr>
          <p:cNvCxnSpPr/>
          <p:nvPr/>
        </p:nvCxnSpPr>
        <p:spPr>
          <a:xfrm>
            <a:off x="2933700" y="3819525"/>
            <a:ext cx="1085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080E88B-B7BA-7886-72F9-E023F7B94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876" y="3624235"/>
            <a:ext cx="1590897" cy="390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90C7A4-52C2-44C8-E596-A3EDD14A0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129" y="337755"/>
            <a:ext cx="3343742" cy="58682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B68610-A45A-1A50-8572-9E0412564248}"/>
              </a:ext>
            </a:extLst>
          </p:cNvPr>
          <p:cNvSpPr txBox="1"/>
          <p:nvPr/>
        </p:nvSpPr>
        <p:spPr>
          <a:xfrm>
            <a:off x="8457963" y="2413337"/>
            <a:ext cx="32861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My Nearest Store</a:t>
            </a:r>
          </a:p>
          <a:p>
            <a:endParaRPr lang="en-US" dirty="0"/>
          </a:p>
          <a:p>
            <a:r>
              <a:rPr lang="en-US" dirty="0"/>
              <a:t>Schedule Try at Home</a:t>
            </a:r>
          </a:p>
          <a:p>
            <a:endParaRPr lang="en-US" dirty="0"/>
          </a:p>
          <a:p>
            <a:r>
              <a:rPr lang="en-US" dirty="0"/>
              <a:t>Schedule a Video Call </a:t>
            </a:r>
          </a:p>
          <a:p>
            <a:endParaRPr lang="en-US" dirty="0"/>
          </a:p>
          <a:p>
            <a:r>
              <a:rPr lang="en-US" dirty="0"/>
              <a:t>Book A store Visit 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5EE7FD-377D-9402-5597-8BDDFD8559AA}"/>
              </a:ext>
            </a:extLst>
          </p:cNvPr>
          <p:cNvCxnSpPr/>
          <p:nvPr/>
        </p:nvCxnSpPr>
        <p:spPr>
          <a:xfrm>
            <a:off x="7324725" y="3271864"/>
            <a:ext cx="10001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964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12839D-E074-E0C0-D59C-5BE2A5D6DCC8}"/>
              </a:ext>
            </a:extLst>
          </p:cNvPr>
          <p:cNvSpPr txBox="1"/>
          <p:nvPr/>
        </p:nvSpPr>
        <p:spPr>
          <a:xfrm>
            <a:off x="5872163" y="26289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https://milojewels.com/pages/store-location</a:t>
            </a: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A29E7D-99C6-DA73-9999-C66FA4A9443E}"/>
              </a:ext>
            </a:extLst>
          </p:cNvPr>
          <p:cNvSpPr txBox="1"/>
          <p:nvPr/>
        </p:nvSpPr>
        <p:spPr>
          <a:xfrm>
            <a:off x="5872163" y="3530084"/>
            <a:ext cx="6467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https://milojewels.com/pages/video-consultation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FD170-10AA-EBE6-8F87-5BA869752597}"/>
              </a:ext>
            </a:extLst>
          </p:cNvPr>
          <p:cNvSpPr txBox="1"/>
          <p:nvPr/>
        </p:nvSpPr>
        <p:spPr>
          <a:xfrm>
            <a:off x="5872163" y="3090565"/>
            <a:ext cx="6467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https://api.whatsapp.com/send/?phone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FAB85-2D41-1F49-4303-9F340A0049A5}"/>
              </a:ext>
            </a:extLst>
          </p:cNvPr>
          <p:cNvSpPr txBox="1"/>
          <p:nvPr/>
        </p:nvSpPr>
        <p:spPr>
          <a:xfrm>
            <a:off x="5872163" y="4061936"/>
            <a:ext cx="6467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https://api.whatsapp.com/send/?phone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C9AA1C-952B-2B9C-FDC4-97DAA0B436BD}"/>
              </a:ext>
            </a:extLst>
          </p:cNvPr>
          <p:cNvSpPr txBox="1"/>
          <p:nvPr/>
        </p:nvSpPr>
        <p:spPr>
          <a:xfrm>
            <a:off x="1942863" y="2514421"/>
            <a:ext cx="32861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My Nearest Store</a:t>
            </a:r>
          </a:p>
          <a:p>
            <a:endParaRPr lang="en-US" dirty="0"/>
          </a:p>
          <a:p>
            <a:r>
              <a:rPr lang="en-US" dirty="0"/>
              <a:t>Schedule Try at Home</a:t>
            </a:r>
          </a:p>
          <a:p>
            <a:endParaRPr lang="en-US" dirty="0"/>
          </a:p>
          <a:p>
            <a:r>
              <a:rPr lang="en-US" dirty="0"/>
              <a:t>Schedule a Video Call </a:t>
            </a:r>
          </a:p>
          <a:p>
            <a:endParaRPr lang="en-US" dirty="0"/>
          </a:p>
          <a:p>
            <a:r>
              <a:rPr lang="en-US" dirty="0"/>
              <a:t>Book A store Visit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392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E230C-76AE-0B18-FBF1-67EBF2C3D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8B6596-5FEC-757A-858D-5EB2272F3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54" y="1259960"/>
            <a:ext cx="2743583" cy="87642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AB66E9-D1A5-1F4E-7D2D-C4BA8EA9327D}"/>
              </a:ext>
            </a:extLst>
          </p:cNvPr>
          <p:cNvCxnSpPr/>
          <p:nvPr/>
        </p:nvCxnSpPr>
        <p:spPr>
          <a:xfrm>
            <a:off x="2362245" y="2305050"/>
            <a:ext cx="0" cy="1123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D4C868-DF7A-0E38-6293-1EB03C68E2FA}"/>
              </a:ext>
            </a:extLst>
          </p:cNvPr>
          <p:cNvCxnSpPr/>
          <p:nvPr/>
        </p:nvCxnSpPr>
        <p:spPr>
          <a:xfrm>
            <a:off x="2933700" y="3819525"/>
            <a:ext cx="1085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134E7F-7F0B-D1E6-2B11-F8E371D77FE7}"/>
              </a:ext>
            </a:extLst>
          </p:cNvPr>
          <p:cNvCxnSpPr/>
          <p:nvPr/>
        </p:nvCxnSpPr>
        <p:spPr>
          <a:xfrm>
            <a:off x="7324725" y="3271864"/>
            <a:ext cx="10001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230010C-9CEF-5E7B-835B-DF3752335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352" y="3597668"/>
            <a:ext cx="1371791" cy="523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604732-FDDA-180C-B6DF-182F455E0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820" y="447307"/>
            <a:ext cx="3200847" cy="56491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443890-5BDB-0005-BB01-30B8B9DB363D}"/>
              </a:ext>
            </a:extLst>
          </p:cNvPr>
          <p:cNvSpPr txBox="1"/>
          <p:nvPr/>
        </p:nvSpPr>
        <p:spPr>
          <a:xfrm>
            <a:off x="8486730" y="2582005"/>
            <a:ext cx="2686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Order Status</a:t>
            </a:r>
          </a:p>
          <a:p>
            <a:r>
              <a:rPr lang="en-US" dirty="0"/>
              <a:t>Shipping Policy</a:t>
            </a:r>
          </a:p>
          <a:p>
            <a:r>
              <a:rPr lang="en-US" dirty="0"/>
              <a:t>Cancellation/Exchange Refund/Return Policy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068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9CB825-F7CD-A95D-2656-7104E597984C}"/>
              </a:ext>
            </a:extLst>
          </p:cNvPr>
          <p:cNvSpPr txBox="1"/>
          <p:nvPr/>
        </p:nvSpPr>
        <p:spPr>
          <a:xfrm>
            <a:off x="1714455" y="2814296"/>
            <a:ext cx="2686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Order Status</a:t>
            </a:r>
          </a:p>
          <a:p>
            <a:r>
              <a:rPr lang="en-US" dirty="0"/>
              <a:t>Shipping Policy</a:t>
            </a:r>
          </a:p>
          <a:p>
            <a:r>
              <a:rPr lang="en-US" dirty="0"/>
              <a:t>Cancellation/Exchange Refund/Return Policy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5F7DA-D8A2-430B-3BCC-8DD61C6488FF}"/>
              </a:ext>
            </a:extLst>
          </p:cNvPr>
          <p:cNvSpPr txBox="1"/>
          <p:nvPr/>
        </p:nvSpPr>
        <p:spPr>
          <a:xfrm>
            <a:off x="6372225" y="25820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https://api.whatsapp.com/send/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294CA-924C-0AB4-C660-AA40E26FB2D5}"/>
              </a:ext>
            </a:extLst>
          </p:cNvPr>
          <p:cNvSpPr txBox="1"/>
          <p:nvPr/>
        </p:nvSpPr>
        <p:spPr>
          <a:xfrm>
            <a:off x="6331744" y="2951337"/>
            <a:ext cx="5069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https://milojewels.com/pages/shipping-policy</a:t>
            </a:r>
            <a:endParaRPr lang="en-IN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8B6A06-0C26-F6C6-DF4D-09E4406F3EAE}"/>
              </a:ext>
            </a:extLst>
          </p:cNvPr>
          <p:cNvSpPr txBox="1"/>
          <p:nvPr/>
        </p:nvSpPr>
        <p:spPr>
          <a:xfrm>
            <a:off x="6331744" y="3320669"/>
            <a:ext cx="6253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https://milojewels.com/pages/return-exchange</a:t>
            </a:r>
            <a:endParaRPr lang="en-IN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98D037-CE94-A94A-5819-5E193E42F4A5}"/>
              </a:ext>
            </a:extLst>
          </p:cNvPr>
          <p:cNvSpPr txBox="1"/>
          <p:nvPr/>
        </p:nvSpPr>
        <p:spPr>
          <a:xfrm>
            <a:off x="6331744" y="3660786"/>
            <a:ext cx="6291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https://milojewels.com/pages/return-refund-policy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366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FA2C9-546D-3DD9-FC31-DC8CA8D9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AD6638-C1C9-90FE-235E-61554BBF6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54" y="1259960"/>
            <a:ext cx="2743583" cy="87642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869663-B2F8-54CD-0BCD-73D4851B301D}"/>
              </a:ext>
            </a:extLst>
          </p:cNvPr>
          <p:cNvCxnSpPr/>
          <p:nvPr/>
        </p:nvCxnSpPr>
        <p:spPr>
          <a:xfrm>
            <a:off x="2362245" y="2305050"/>
            <a:ext cx="0" cy="1123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6C2F26-33CC-864D-CEC1-C814321D561C}"/>
              </a:ext>
            </a:extLst>
          </p:cNvPr>
          <p:cNvCxnSpPr/>
          <p:nvPr/>
        </p:nvCxnSpPr>
        <p:spPr>
          <a:xfrm>
            <a:off x="2933700" y="3819525"/>
            <a:ext cx="1085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C72F10D-38C9-9F8F-D3D2-031DAC0A5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698" y="3665561"/>
            <a:ext cx="1448002" cy="447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A4F23D-ABC1-4B42-6FA1-9300850F2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39" y="299601"/>
            <a:ext cx="3581900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59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AFE75-406A-2AE4-4BFA-25107D4E0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705" y="1323521"/>
            <a:ext cx="2080250" cy="40513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6974AF-FCF7-1DCF-5C8A-F0E5CCF2FBF5}"/>
              </a:ext>
            </a:extLst>
          </p:cNvPr>
          <p:cNvCxnSpPr/>
          <p:nvPr/>
        </p:nvCxnSpPr>
        <p:spPr>
          <a:xfrm>
            <a:off x="4657725" y="3349171"/>
            <a:ext cx="1952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740ABA3-3985-5676-644B-9E22E5DA96FD}"/>
              </a:ext>
            </a:extLst>
          </p:cNvPr>
          <p:cNvSpPr txBox="1"/>
          <p:nvPr/>
        </p:nvSpPr>
        <p:spPr>
          <a:xfrm>
            <a:off x="7019925" y="2828925"/>
            <a:ext cx="3638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</a:t>
            </a:r>
            <a:r>
              <a:rPr lang="en-US" dirty="0" err="1"/>
              <a:t>Faqs</a:t>
            </a:r>
            <a:r>
              <a:rPr lang="en-US" dirty="0"/>
              <a:t> Shared at word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064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A36792-ACC7-CD09-3250-8DD0CFB7F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10" y="1252515"/>
            <a:ext cx="1456814" cy="490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0975B-B611-C73D-7784-32A38F90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821" y="328191"/>
            <a:ext cx="3458058" cy="6030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28AB4F-4452-0E85-C29A-4C15BFD0E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713" y="571080"/>
            <a:ext cx="3391373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42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CD1B-995F-9CA7-3A45-5FD6952C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B9C1DB-5F33-F600-5D8B-AD565143A3BF}"/>
              </a:ext>
            </a:extLst>
          </p:cNvPr>
          <p:cNvSpPr txBox="1"/>
          <p:nvPr/>
        </p:nvSpPr>
        <p:spPr>
          <a:xfrm>
            <a:off x="3975100" y="2286000"/>
            <a:ext cx="4406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Thanks </a:t>
            </a:r>
          </a:p>
          <a:p>
            <a:pPr algn="ctr"/>
            <a:endParaRPr lang="en-US" sz="2800" dirty="0"/>
          </a:p>
          <a:p>
            <a:pPr algn="ctr"/>
            <a:r>
              <a:rPr lang="en-US" dirty="0"/>
              <a:t>Rahul Gupta </a:t>
            </a:r>
          </a:p>
          <a:p>
            <a:pPr algn="ctr"/>
            <a:r>
              <a:rPr lang="en-US" dirty="0"/>
              <a:t>+917900186687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241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</TotalTime>
  <Words>364</Words>
  <Application>Microsoft Office PowerPoint</Application>
  <PresentationFormat>Widescreen</PresentationFormat>
  <Paragraphs>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InterSemiBold</vt:lpstr>
      <vt:lpstr>Office Theme</vt:lpstr>
      <vt:lpstr>ZOHO ONE  IMPLEMENT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</dc:creator>
  <cp:lastModifiedBy>officeapps2</cp:lastModifiedBy>
  <cp:revision>99</cp:revision>
  <dcterms:created xsi:type="dcterms:W3CDTF">2026-07-08T06:20:55Z</dcterms:created>
  <dcterms:modified xsi:type="dcterms:W3CDTF">2026-09-11T06:57:50Z</dcterms:modified>
</cp:coreProperties>
</file>